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70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76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9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1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82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0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6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6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9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41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GitHub Spec 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beginner-friendly way to build better code with AI</a:t>
            </a:r>
          </a:p>
          <a:p>
            <a:r>
              <a:rPr dirty="0"/>
              <a:t>Stop messy "vibe coding" – Start with clear plans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 Spec Kit?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Official open-source toolkit by GitHub (launched 2025)</a:t>
            </a:r>
          </a:p>
          <a:p>
            <a:pPr>
              <a:defRPr sz="2000"/>
            </a:pPr>
            <a:r>
              <a:rPr dirty="0"/>
              <a:t>Helps use AI coding assistants (Copilot, Claude, Cursor, Gemini…) smarter</a:t>
            </a:r>
          </a:p>
          <a:p>
            <a:pPr>
              <a:defRPr sz="2000"/>
            </a:pPr>
            <a:r>
              <a:rPr dirty="0"/>
              <a:t>Lives in your repo as normal Markdown files</a:t>
            </a:r>
          </a:p>
          <a:p>
            <a:pPr>
              <a:defRPr sz="2000"/>
            </a:pPr>
            <a:r>
              <a:rPr dirty="0"/>
              <a:t>Main commands: /constitution, /specify, /plan, /tasks</a:t>
            </a:r>
          </a:p>
          <a:p>
            <a:pPr>
              <a:defRPr sz="2000"/>
            </a:pPr>
            <a:r>
              <a:rPr dirty="0"/>
              <a:t>Repo: github.com/</a:t>
            </a:r>
            <a:r>
              <a:rPr dirty="0" err="1"/>
              <a:t>github</a:t>
            </a:r>
            <a:r>
              <a:rPr dirty="0"/>
              <a:t>/spec-kit</a:t>
            </a:r>
          </a:p>
          <a:p>
            <a:pPr>
              <a:defRPr sz="2000"/>
            </a:pPr>
            <a:r>
              <a:rPr dirty="0"/>
              <a:t>Goal: Make AI follow your rules &amp; vision → cleaner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it? (Especially if you're new)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Normal AI coding → vague prompt → AI guesses → fix bugs forever</a:t>
            </a:r>
          </a:p>
          <a:p>
            <a:pPr>
              <a:defRPr sz="2000"/>
            </a:pPr>
            <a:r>
              <a:t>Spec Kit → define rules + what you want first → AI stays on track</a:t>
            </a:r>
          </a:p>
          <a:p>
            <a:pPr>
              <a:defRPr sz="2000"/>
            </a:pPr>
            <a:r>
              <a:t>Benefits:</a:t>
            </a:r>
          </a:p>
          <a:p>
            <a:pPr>
              <a:defRPr sz="2000"/>
            </a:pPr>
            <a:r>
              <a:t>• Less "AI broke my code again" moments</a:t>
            </a:r>
          </a:p>
          <a:p>
            <a:pPr>
              <a:defRPr sz="2000"/>
            </a:pPr>
            <a:r>
              <a:t>• Learn good project structure early</a:t>
            </a:r>
          </a:p>
          <a:p>
            <a:pPr>
              <a:defRPr sz="2000"/>
            </a:pPr>
            <a:r>
              <a:t>• Easier to add features later</a:t>
            </a:r>
          </a:p>
          <a:p>
            <a:pPr>
              <a:defRPr sz="2000"/>
            </a:pPr>
            <a:r>
              <a:t>• Great for side projects, learning, small teams</a:t>
            </a:r>
          </a:p>
          <a:p>
            <a:pPr>
              <a:defRPr sz="2000"/>
            </a:pPr>
            <a:r>
              <a:t>• Free &amp; simple to start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Vibe Coding vs Spec-Driven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2000"/>
            </a:pPr>
            <a:r>
              <a:t>Vibe Coding (most people do this):</a:t>
            </a:r>
          </a:p>
          <a:p>
            <a:pPr>
              <a:defRPr sz="2000"/>
            </a:pPr>
            <a:r>
              <a:t>"Build me a todo app with dark mode lol"</a:t>
            </a:r>
          </a:p>
          <a:p>
            <a:pPr>
              <a:defRPr sz="2000"/>
            </a:pPr>
            <a:r>
              <a:t>→ AI writes random stuff → works… maybe… hard to maintain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Spec-Driven (what Spec Kit teaches):</a:t>
            </a:r>
          </a:p>
          <a:p>
            <a:pPr>
              <a:defRPr sz="2000"/>
            </a:pPr>
            <a:r>
              <a:t>1. Write clear rules &amp; goals first</a:t>
            </a:r>
          </a:p>
          <a:p>
            <a:pPr>
              <a:defRPr sz="2000"/>
            </a:pPr>
            <a:r>
              <a:t>2. AI uses them as a map</a:t>
            </a:r>
          </a:p>
          <a:p>
            <a:pPr>
              <a:defRPr sz="2000"/>
            </a:pPr>
            <a:r>
              <a:t>3. Code comes out consistent &amp; high-quality</a:t>
            </a:r>
          </a:p>
          <a:p>
            <a:pPr>
              <a:defRPr sz="2000"/>
            </a:pPr>
            <a:r>
              <a:t>→ You think → AI executes reliably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Files Spec Kit Creates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In your project → new folder called .specify or specs/</a:t>
            </a:r>
          </a:p>
          <a:p>
            <a:pPr>
              <a:defRPr sz="2000"/>
            </a:pPr>
            <a:r>
              <a:t>• constitution.md → Your non-negotiable rules (tech stack, style, testing…)</a:t>
            </a:r>
          </a:p>
          <a:p>
            <a:pPr>
              <a:defRPr sz="2000"/>
            </a:pPr>
            <a:r>
              <a:t>• spec.md → Detailed "what" (features, user stories, constraints)</a:t>
            </a:r>
          </a:p>
          <a:p>
            <a:pPr>
              <a:defRPr sz="2000"/>
            </a:pPr>
            <a:r>
              <a:t>• plan.md → Technical "how" (architecture, folders, libraries…)</a:t>
            </a:r>
          </a:p>
          <a:p>
            <a:pPr>
              <a:defRPr sz="2000"/>
            </a:pPr>
            <a:r>
              <a:t>• tasks/ folder → Small numbered jobs (task-001.md, task-002.md…)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These files = project memory — AI reads them every time!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Workflow (</a:t>
            </a:r>
            <a:r>
              <a:rPr lang="en-IN" dirty="0"/>
              <a:t>5</a:t>
            </a:r>
            <a:r>
              <a:rPr dirty="0"/>
              <a:t> main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Idea → Code in clear stages: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1. Set rules           → /constitution</a:t>
            </a:r>
          </a:p>
          <a:p>
            <a:pPr>
              <a:defRPr sz="2000"/>
            </a:pPr>
            <a:r>
              <a:rPr dirty="0"/>
              <a:t>2. Describe feature    → /specify</a:t>
            </a:r>
          </a:p>
          <a:p>
            <a:pPr>
              <a:defRPr sz="2000"/>
            </a:pPr>
            <a:r>
              <a:rPr dirty="0"/>
              <a:t>3. Get tech plan       → /plan</a:t>
            </a:r>
          </a:p>
          <a:p>
            <a:pPr>
              <a:defRPr sz="2000"/>
            </a:pPr>
            <a:r>
              <a:rPr dirty="0"/>
              <a:t>4. Break into actions  → /tasks</a:t>
            </a:r>
            <a:endParaRPr lang="en-IN" dirty="0"/>
          </a:p>
          <a:p>
            <a:pPr>
              <a:defRPr sz="2000"/>
            </a:pPr>
            <a:r>
              <a:rPr lang="en-IN" dirty="0"/>
              <a:t>5. Implement → /implement</a:t>
            </a:r>
            <a:endParaRPr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(Imagine a horizontal arrow: Idea → Constitution → Specify → Plan → Tasks → Implement)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Simple Weather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defRPr sz="2000"/>
            </a:pPr>
            <a:r>
              <a:t>Your idea: "Web app showing city weather + forecast"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1. /constitution → "Use React + TypeScript, Tailwind, write tests, mobile first"</a:t>
            </a:r>
          </a:p>
          <a:p>
            <a:pPr>
              <a:defRPr sz="2000"/>
            </a:pPr>
            <a:r>
              <a:t>2. /specify → AI writes detailed spec (features, API, UX rules…)</a:t>
            </a:r>
          </a:p>
          <a:p>
            <a:pPr>
              <a:defRPr sz="2000"/>
            </a:pPr>
            <a:r>
              <a:t>3. /plan → AI creates architecture (components, state, folder layout)</a:t>
            </a:r>
          </a:p>
          <a:p>
            <a:pPr>
              <a:defRPr sz="2000"/>
            </a:pPr>
            <a:r>
              <a:t>4. /tasks → AI makes list:</a:t>
            </a:r>
          </a:p>
          <a:p>
            <a:pPr>
              <a:defRPr sz="2000"/>
            </a:pPr>
            <a:r>
              <a:t>   - task-1: Setup Vite + React</a:t>
            </a:r>
          </a:p>
          <a:p>
            <a:pPr>
              <a:defRPr sz="2000"/>
            </a:pPr>
            <a:r>
              <a:t>   - task-2: Create API fetch service</a:t>
            </a:r>
          </a:p>
          <a:p>
            <a:pPr>
              <a:defRPr sz="2000"/>
            </a:pPr>
            <a:r>
              <a:t>   - task-3: Build search bar component</a:t>
            </a:r>
          </a:p>
          <a:p>
            <a:pPr>
              <a:defRPr sz="2000"/>
            </a:pPr>
            <a:r>
              <a:t>→ Review each → accept → AI codes it!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Classic Example: Better Todo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Idea: Todo list with categories &amp; dark mode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• Constitution: React, TypeScript, Tailwind + shadcn/ui, localStorage, accessible, tests</a:t>
            </a:r>
          </a:p>
          <a:p>
            <a:pPr>
              <a:defRPr sz="2000"/>
            </a:pPr>
            <a:r>
              <a:t>• Specify: Add/edit/delete todos, categories (Work / Personal / Other), filter, dark mode toggle</a:t>
            </a:r>
          </a:p>
          <a:p>
            <a:pPr>
              <a:defRPr sz="2000"/>
            </a:pPr>
            <a:r>
              <a:t>• Plan: Use Zustand for state, folder structure explained</a:t>
            </a:r>
          </a:p>
          <a:p>
            <a:pPr>
              <a:defRPr sz="2000"/>
            </a:pPr>
            <a:r>
              <a:t>• Tasks: 8–10 small steps (init project → build item component → add persistence…)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→ Way better than one big vague prompt!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Start Today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1. Create / open Git repo</a:t>
            </a:r>
          </a:p>
          <a:p>
            <a:pPr>
              <a:defRPr sz="2000"/>
            </a:pPr>
            <a:r>
              <a:rPr dirty="0"/>
              <a:t>2. Install helper (one-time):</a:t>
            </a:r>
          </a:p>
          <a:p>
            <a:pPr>
              <a:defRPr sz="2000"/>
            </a:pPr>
            <a:r>
              <a:rPr dirty="0"/>
              <a:t>   </a:t>
            </a:r>
            <a:r>
              <a:rPr dirty="0" err="1"/>
              <a:t>uvx</a:t>
            </a:r>
            <a:r>
              <a:rPr dirty="0"/>
              <a:t> --from </a:t>
            </a:r>
            <a:r>
              <a:rPr dirty="0" err="1"/>
              <a:t>git+https</a:t>
            </a:r>
            <a:r>
              <a:rPr dirty="0"/>
              <a:t>://github.com/</a:t>
            </a:r>
            <a:r>
              <a:rPr dirty="0" err="1"/>
              <a:t>github</a:t>
            </a:r>
            <a:r>
              <a:rPr dirty="0"/>
              <a:t>/spec-</a:t>
            </a:r>
            <a:r>
              <a:rPr dirty="0" err="1"/>
              <a:t>kit.git</a:t>
            </a:r>
            <a:r>
              <a:rPr dirty="0"/>
              <a:t> specify </a:t>
            </a:r>
            <a:r>
              <a:rPr dirty="0" err="1"/>
              <a:t>init</a:t>
            </a:r>
            <a:r>
              <a:rPr dirty="0"/>
              <a:t> my-project</a:t>
            </a:r>
          </a:p>
          <a:p>
            <a:pPr>
              <a:defRPr sz="2000"/>
            </a:pPr>
            <a:r>
              <a:rPr dirty="0"/>
              <a:t>   (or follow repo instructions)</a:t>
            </a:r>
          </a:p>
          <a:p>
            <a:pPr>
              <a:defRPr sz="2000"/>
            </a:pPr>
            <a:r>
              <a:rPr dirty="0"/>
              <a:t>3. In VS Code / Cursor / agent chat:</a:t>
            </a:r>
          </a:p>
          <a:p>
            <a:pPr>
              <a:defRPr sz="2000"/>
            </a:pPr>
            <a:r>
              <a:rPr dirty="0"/>
              <a:t>   Type /constitution → edit rules</a:t>
            </a:r>
          </a:p>
          <a:p>
            <a:pPr>
              <a:defRPr sz="2000"/>
            </a:pPr>
            <a:r>
              <a:rPr dirty="0"/>
              <a:t>   Type /specify → describe idea</a:t>
            </a:r>
          </a:p>
          <a:p>
            <a:pPr>
              <a:defRPr sz="2000"/>
            </a:pPr>
            <a:r>
              <a:rPr dirty="0"/>
              <a:t>   Type /plan → review architecture</a:t>
            </a:r>
          </a:p>
          <a:p>
            <a:pPr>
              <a:defRPr sz="2000"/>
            </a:pPr>
            <a:r>
              <a:rPr dirty="0"/>
              <a:t>   Type /tasks → get to-do list</a:t>
            </a:r>
          </a:p>
          <a:p>
            <a:pPr>
              <a:defRPr sz="2000"/>
            </a:pPr>
            <a:r>
              <a:rPr dirty="0"/>
              <a:t>4. Work one task at a time – review AI output!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Tips for Beginners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Start with tiny projects (CLI tool, small web page)</a:t>
            </a:r>
          </a:p>
          <a:p>
            <a:pPr>
              <a:defRPr sz="2000"/>
            </a:pPr>
            <a:r>
              <a:t>• Always read &amp; edit the .md files AI creates</a:t>
            </a:r>
          </a:p>
          <a:p>
            <a:pPr>
              <a:defRPr sz="2000"/>
            </a:pPr>
            <a:r>
              <a:t>• You're the boss – change anything!</a:t>
            </a:r>
          </a:p>
          <a:p>
            <a:pPr>
              <a:defRPr sz="2000"/>
            </a:pPr>
            <a:r>
              <a:t>• Use it to learn clean code patterns</a:t>
            </a:r>
          </a:p>
          <a:p>
            <a:pPr>
              <a:defRPr sz="2000"/>
            </a:pPr>
            <a:r>
              <a:t>• Saves hours fixing AI mistakes</a:t>
            </a:r>
          </a:p>
          <a:p>
            <a:pPr>
              <a:defRPr sz="2000"/>
            </a:pPr>
            <a:r>
              <a:t>• Works with free agents too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GitHub Spec Kit =</a:t>
            </a:r>
          </a:p>
          <a:p>
            <a:pPr>
              <a:defRPr sz="2000"/>
            </a:pPr>
            <a:r>
              <a:t>Structured way to guide AI → better, more maintainable code</a:t>
            </a:r>
          </a:p>
          <a:p>
            <a:pPr>
              <a:defRPr sz="2000"/>
            </a:pPr>
            <a:r>
              <a:t>Replaces chaos with: rules → clear spec → plan → small tasks</a:t>
            </a:r>
          </a:p>
          <a:p>
            <a:pPr>
              <a:defRPr sz="2000"/>
            </a:pPr>
            <a:r>
              <a:t>Great for new devs → builds good habits early</a:t>
            </a:r>
          </a:p>
          <a:p>
            <a:pPr>
              <a:defRPr sz="2000"/>
            </a:pPr>
            <a:r>
              <a:t>Repo &amp; docs: github.com/github/spec-kit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Try it this weekend!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Questions?</a:t>
            </a:r>
          </a:p>
          <a:p>
            <a:r>
              <a:rPr dirty="0"/>
              <a:t>Happy coding!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9</TotalTime>
  <Words>835</Words>
  <Application>Microsoft Office PowerPoint</Application>
  <PresentationFormat>On-screen Show (4:3)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GitHub Spec Kit</vt:lpstr>
      <vt:lpstr>What is GitHub Spec Kit?</vt:lpstr>
      <vt:lpstr>Why use it? (Especially if you're new)</vt:lpstr>
      <vt:lpstr>Vibe Coding vs Spec-Driven Coding</vt:lpstr>
      <vt:lpstr>Core Files Spec Kit Creates</vt:lpstr>
      <vt:lpstr>The Workflow (5 main steps)</vt:lpstr>
      <vt:lpstr>Example: Simple Weather Dashboard</vt:lpstr>
      <vt:lpstr>Classic Example: Better Todo App</vt:lpstr>
      <vt:lpstr>How to Start Today (Step-by-step)</vt:lpstr>
      <vt:lpstr>Quick Tips for Beginners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Shaunak Bale</cp:lastModifiedBy>
  <cp:revision>2</cp:revision>
  <dcterms:created xsi:type="dcterms:W3CDTF">2013-01-27T09:14:16Z</dcterms:created>
  <dcterms:modified xsi:type="dcterms:W3CDTF">2026-02-12T10:02:33Z</dcterms:modified>
  <cp:category/>
</cp:coreProperties>
</file>